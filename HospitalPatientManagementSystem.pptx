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60" r:id="rId2"/>
    <p:sldId id="265" r:id="rId3"/>
    <p:sldId id="307" r:id="rId4"/>
    <p:sldId id="308" r:id="rId5"/>
    <p:sldId id="309" r:id="rId6"/>
    <p:sldId id="310" r:id="rId7"/>
    <p:sldId id="311" r:id="rId8"/>
    <p:sldId id="320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05" r:id="rId18"/>
    <p:sldId id="304" r:id="rId1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CFB3D-EA42-3921-04ED-EFC3745E41E3}" v="10" dt="2025-09-08T09:37:30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24" y="4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11/17/2025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11/17/2025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ADFAE-A28C-4CBB-AF1F-72965DEFCF4D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20CC-AFB4-4774-9973-5F4FD63F67E4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19C8-3668-43E4-8F10-417AF16F4AE8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ADB7-B31A-4E12-961E-2F9942586B77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BA1D-0AE4-4072-9344-6B3446182A65}" type="datetime1">
              <a:rPr lang="en-US" smtClean="0"/>
              <a:t>11/17/2025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E49F-CE01-457A-AC92-DAF7CD063C1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71DA-9E8F-4F79-9D0F-E0E20202C29F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594BC-7097-4719-8543-0310B38B85B6}" type="datetime1">
              <a:rPr lang="en-US" smtClean="0"/>
              <a:t>11/17/2025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8FFB-A4C3-48E3-A9D4-C76F9599A2BB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218C-18F7-452D-9893-EB9AAEF0E253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C52DEA1-2459-4E90-BE7C-F5A98918EE48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harohan2022/Hospital-Patient-Management-System.gi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32285" y="738444"/>
            <a:ext cx="9601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Hospital Patient Management System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/>
                <a:cs typeface="Arial"/>
              </a:rPr>
              <a:t>OOTs Using JAVA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(BCSEH0352)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13892" y="1412775"/>
            <a:ext cx="9601200" cy="4107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r>
              <a:rPr lang="en-US" sz="1600" b="1" dirty="0">
                <a:latin typeface="Arial"/>
                <a:cs typeface="Arial"/>
              </a:rPr>
              <a:t>Department of Computer Science and Engineering </a:t>
            </a:r>
          </a:p>
          <a:p>
            <a:pPr marL="0" indent="0" algn="ctr">
              <a:buNone/>
            </a:pPr>
            <a:r>
              <a:rPr lang="en-US" sz="1600" b="1" dirty="0">
                <a:latin typeface="Arial"/>
                <a:cs typeface="Arial"/>
              </a:rPr>
              <a:t>CSE IN </a:t>
            </a:r>
            <a:r>
              <a:rPr lang="en-IN" sz="1600" b="1" dirty="0">
                <a:latin typeface="Arial" pitchFamily="34" charset="0"/>
                <a:cs typeface="Arial" pitchFamily="34" charset="0"/>
              </a:rPr>
              <a:t>CYBER SECURITY </a:t>
            </a:r>
            <a:endParaRPr lang="en-US" sz="1600" b="1" dirty="0">
              <a:latin typeface="Arial"/>
              <a:cs typeface="Arial"/>
            </a:endParaRPr>
          </a:p>
          <a:p>
            <a:pPr marL="0" indent="0" algn="ctr">
              <a:buNone/>
            </a:pPr>
            <a:r>
              <a:rPr lang="en-US" b="1" dirty="0">
                <a:latin typeface="Arial"/>
                <a:cs typeface="Arial"/>
              </a:rPr>
              <a:t>(Submitted To: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Mr. Aritra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mitra</a:t>
            </a:r>
            <a:r>
              <a:rPr lang="en-US" b="1" dirty="0">
                <a:latin typeface="Arial"/>
                <a:cs typeface="Arial"/>
              </a:rPr>
              <a:t>)</a:t>
            </a:r>
          </a:p>
          <a:p>
            <a:pPr marL="0" indent="0" algn="ctr">
              <a:buNone/>
            </a:pPr>
            <a:r>
              <a:rPr lang="en-US" b="1" dirty="0"/>
              <a:t>Group Members</a:t>
            </a:r>
            <a:endParaRPr lang="en-US" b="1" dirty="0">
              <a:latin typeface="Arial"/>
              <a:cs typeface="Arial"/>
            </a:endParaRP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60889"/>
              </p:ext>
            </p:extLst>
          </p:nvPr>
        </p:nvGraphicFramePr>
        <p:xfrm>
          <a:off x="2018371" y="3757961"/>
          <a:ext cx="8515114" cy="1962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777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1826802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2835484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  <a:gridCol w="2013051">
                  <a:extLst>
                    <a:ext uri="{9D8B030D-6E8A-4147-A177-3AD203B41FA5}">
                      <a16:colId xmlns:a16="http://schemas.microsoft.com/office/drawing/2014/main" val="2731764778"/>
                    </a:ext>
                  </a:extLst>
                </a:gridCol>
              </a:tblGrid>
              <a:tr h="528546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Department &amp;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37697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M</a:t>
                      </a:r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ani Shankar Jha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0251dcys182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Coding And Designing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Cyber Security - 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52854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Pakhi Agrawal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2401331720087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Documentation &amp; </a:t>
                      </a:r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Designing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Cyber Security - 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5285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Samridhi Shahi 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2401331720110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Documentation &amp; </a:t>
                      </a:r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Designing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Cyber Security - 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07BBA-293C-9928-F41B-009D80B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26688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333500"/>
            <a:ext cx="9601200" cy="4838700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Literature Survey/Existing System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Proposed Methodology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Flowchart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Architecture &amp; Modules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Hardware /Software Requirement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Results and Conclusion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References</a:t>
            </a:r>
          </a:p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Live Demonstration of Project with screenshots in ppt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969DE-A499-6371-67BC-7727378C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2C5C-1FB9-0F8E-A063-CC07F5F2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871654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03DF7-CB91-A759-23BA-64C9B4F9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561171"/>
            <a:ext cx="8547137" cy="4611029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Hospitals routinely manage large volumes of patient and doctor information.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data handling systems are slow, error-prone, and unreliable.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Digital management solutions are required for efficiency and accuracy.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Effective data management improves patient care and administrative workflow.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 Swing provides a flexible GUI for such management needs.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Hospital Patient Management System replaces paper-based processes..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Enables timely decisions and better resource management.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EDA8-CC6A-5940-E6BC-E2A6494A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358200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F86F-AF5C-55E0-83D8-099274E1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87400"/>
          </a:xfrm>
        </p:spPr>
        <p:txBody>
          <a:bodyPr/>
          <a:lstStyle/>
          <a:p>
            <a:pPr algn="ctr"/>
            <a:r>
              <a:rPr lang="en-US" b="1" dirty="0"/>
              <a:t>Literature Survey / Existing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D2C8-6FBD-849F-2C18-69B16C82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456267"/>
            <a:ext cx="8558288" cy="4563533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Paper-based workflows hamper quick data retrieval and sharing.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Computers with Excel/Word allow basic storage but lack integration.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ERPs (SAP, Oracle) cater to large hospitals but require extensive setup.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Open-source systems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OpenMRS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GNU Health) are complex for small clinics.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Security and backup issues are common in manual and simple digital systems.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staff users cause record management challenges.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 solutions did not address ease-of-use for non-technical staff.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93249-5019-95B5-B15B-515EC39B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42987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E855-EE6B-7D43-31B0-6CCEB5FD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36600"/>
          </a:xfrm>
        </p:spPr>
        <p:txBody>
          <a:bodyPr/>
          <a:lstStyle/>
          <a:p>
            <a:pPr algn="ctr"/>
            <a:r>
              <a:rPr lang="en-US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80BED-9CFB-0C55-99D7-D7200C464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761067"/>
            <a:ext cx="8625196" cy="4258733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Hospitals face difficulties managing appointments and resources manually.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Errors and scheduling clashes frequently occur in paper-based systems.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Staff experience challenges updating, searching, and sharing data reliably.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Existing solutions tend to be either too simplistic or excessively complex.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Small and medium hospitals require tailored solutions, not heavy ERPs.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Records need to be secure, quickly accessible, and editable.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Integration of patient, doctor, and appointment modules needed.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3A817-06F2-2EDC-E554-2276768D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41184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8872-E2F1-EE69-ACE1-29CB5CB9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821267"/>
          </a:xfrm>
        </p:spPr>
        <p:txBody>
          <a:bodyPr/>
          <a:lstStyle/>
          <a:p>
            <a:pPr algn="ctr"/>
            <a:r>
              <a:rPr lang="en-US" b="1" dirty="0"/>
              <a:t>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4580-71B2-08BD-87D4-B5547F5E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521" y="1679084"/>
            <a:ext cx="7275898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error-free patient record management.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 accurate doctor data storage and utilization.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 easy appointment scheduling and management.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Automate core administrative workflows.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Minimize staff training time through an intuitive user interface.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 customizable modules for various hospital needs.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Deployable for clinics, small and medium hospitals.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A137E-218E-EAFD-4C7A-CFCE3451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82779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217E-5AA6-D456-93A8-B1426B67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87400"/>
          </a:xfrm>
        </p:spPr>
        <p:txBody>
          <a:bodyPr/>
          <a:lstStyle/>
          <a:p>
            <a:pPr algn="ctr"/>
            <a:r>
              <a:rPr lang="en-US" b="1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89B8-9055-E3CE-CF80-488B830C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682" y="1538869"/>
            <a:ext cx="7409713" cy="4191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 Swing GUI forms and tables for user interaction.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held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/HashMap for efficient record management.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persistence with Java Serialization for reliability.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CRUD operations covering patient, doctor, appointment modules.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Real-time search, update, and deletion functionalities.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PDF export 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library for reporting and sharing records.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User-friendly workflow for adding/editing/removing records.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B7EF1-1168-47F3-5C25-C786B41E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105220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05A026-EFC9-7B41-F908-EA44D791E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1512"/>
            <a:ext cx="12188825" cy="696951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215F0-F4F1-81E6-0581-FA400FEA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4291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07B1-2DDD-6037-CDAA-14A69DAB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70467"/>
          </a:xfrm>
        </p:spPr>
        <p:txBody>
          <a:bodyPr/>
          <a:lstStyle/>
          <a:p>
            <a:pPr algn="ctr"/>
            <a:r>
              <a:rPr lang="en-US" b="1" dirty="0"/>
              <a:t>Architecture &amp;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BE6E-E2E4-82F0-91C1-99861A7A5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50" y="1642533"/>
            <a:ext cx="7588132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 Module manages registration, data update, and search.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Doctor Module creates and edits doctor profiles/schedules.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Appointment Module links patients with doctors, manages bookings.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Unique IDs ensure correct record association and retrieval.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flows ensure accuracy and modular accessibility.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Error checking blocks double bookings and redundant entries.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Architecture supports future module integration (lab, billing).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EBCFE-1249-6870-288C-F06DCEC4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59853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6B5BF-2A80-BCA1-1CE2-D90539A2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Feasibility Study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E52AA-8401-1A59-0134-3931BF41A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136" y="1676400"/>
            <a:ext cx="7911518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Technically feasible: pure Java implementation, low resource needs.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Operational feasibility: easy for both technical and non-technical staff.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Economically sustainable: zero cost for licensing/software.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 needs are modest; runs on standard PCs/laptops.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Maintains integrity with secure local file storage.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database integration supported by modular design.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Reduces operational costs compared to manual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C5CD5-D82F-A5BC-BF6D-9D5DE786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84306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06FD-391A-F12D-17F0-14888A78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71293"/>
          </a:xfrm>
        </p:spPr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Hardware /Software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841C-38FB-924B-CA7D-ACE8C48E3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828800"/>
            <a:ext cx="7320503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Hardware: standard computer or laptop.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Software: JDK, Maven, Swing,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PDF.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dependency on external server/database initially.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functions include add/update/delete/search for records.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Appointment management integrated with patient and doctor modules.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GUI supports multiple users with simple navigation.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files stored locally for privacy and reliability.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488BC-1C45-E717-E584-D4F262C6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7318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0A90-43FF-252E-8E53-DB34794C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EE1FC-EF07-3BE1-FBD3-211FAF247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828800"/>
            <a:ext cx="6963664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Faster access to patient and doctor records.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Automated error checking for reliable scheduling.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appointment booking and management.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Printed reports available through PDF export.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Increased efficiency for hospital administrative tasks.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Staff adaptation is quick due to intuitive UI.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Easily expandable to include more functionalities.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6BA4E-9256-4F1F-5202-255D79ED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25144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BA4B-AF4D-0261-96FC-709CCE82E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 Conclusion &amp; Future Scope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2CEE2-CF58-645A-D5F2-270D8C544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380" y="1828800"/>
            <a:ext cx="7766552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Streamlines administrative operations and recordkeeping.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Makes hospital management paperless and efficient.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Reliable data management improves patient service delivery.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plans include JDBC/database/cloud expansion.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add pharmacy, billing, inventory modules.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Option for web-based access and remote management.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for analytics dashboards for hospital management decisions.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408A2-F89C-29A9-9D6C-D445C95A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05502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87DC-E926-B2C6-0899-097B193C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C1D8-1E64-1659-4FBA-390BCF764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828800"/>
            <a:ext cx="6857998" cy="4191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Oracle Java Swing documentation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Joshua Bloch, Effective Java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PDF official guides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Healthcare management research papers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Tutorials on Java Collections and Serialization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Published articles on digital hospital systems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Online resources for software design best practices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Repository :- </a:t>
            </a:r>
            <a:r>
              <a:rPr lang="en-US" dirty="0">
                <a:latin typeface="Arial" pitchFamily="34" charset="0"/>
                <a:cs typeface="Arial" pitchFamily="34" charset="0"/>
                <a:hlinkClick r:id="rId2"/>
              </a:rPr>
              <a:t>Hospital Patient Management System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CD1E4-3A3B-85BE-B7F8-83033EF9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233767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F559-2A73-9C46-F909-09759E02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Live Demonstration of Project with screenshots in ppt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6A500-AFFF-F71B-5FFF-C47456AC6D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Dashboard Patient Dashboard and registration form: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E09D42-0AA1-FC99-B1B3-EF9DD3AFAF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Doctor management Dashboard and registration form: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0F636-E8AE-E628-C783-24C9F848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CE2A3A-E587-C585-32C4-F572AC836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" y="2498547"/>
            <a:ext cx="5731510" cy="3221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1A18D2-9C2E-368F-A9BD-675AA612C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412" y="2498548"/>
            <a:ext cx="5099554" cy="322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8BB0-8C1E-EA0D-4510-6E9E7F44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4CBE-9470-62E9-D935-537E7555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Live Demonstration of Project with screenshots in ppt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C8A7-E2CB-A2B2-60E5-554D2EBA62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Appointment schedulers Dashboard and registration form: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08BFB-1C3E-DC94-407B-104588BA81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THIS IS THE PRINT OF APPOINTMENT: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7A1D8-BE56-A06C-0233-9988956C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5620AA-3E76-18F2-D0E2-0132B5B7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79" y="2367280"/>
            <a:ext cx="5575935" cy="3652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247460-E72D-BA27-B283-F148FCC50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13" y="2642839"/>
            <a:ext cx="5342253" cy="27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7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AA5-D64D-404D-9F0D-B68D4DD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Ask Any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91B4-BF36-4C6D-B04B-A777C2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8DE8E-F248-E6F4-D7E3-99A5948A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33521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785</TotalTime>
  <Words>1035</Words>
  <Application>Microsoft Office PowerPoint</Application>
  <PresentationFormat>Custom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굴림</vt:lpstr>
      <vt:lpstr>Arial</vt:lpstr>
      <vt:lpstr>Century Gothic</vt:lpstr>
      <vt:lpstr>Times New Roman</vt:lpstr>
      <vt:lpstr>Vertical and Horizontal design template</vt:lpstr>
      <vt:lpstr>Hospital Patient Management System OOTs Using JAVA  (BCSEH0352)</vt:lpstr>
      <vt:lpstr>Index</vt:lpstr>
      <vt:lpstr>Introduction</vt:lpstr>
      <vt:lpstr>Literature Survey / Existing Systems</vt:lpstr>
      <vt:lpstr>Problem Statement</vt:lpstr>
      <vt:lpstr>Objectives &amp; Scope</vt:lpstr>
      <vt:lpstr>Proposed Methodology</vt:lpstr>
      <vt:lpstr>PowerPoint Presentation</vt:lpstr>
      <vt:lpstr>Architecture &amp; Modules</vt:lpstr>
      <vt:lpstr>Feasibility Study </vt:lpstr>
      <vt:lpstr>Hardware /Software Requirement</vt:lpstr>
      <vt:lpstr>Results </vt:lpstr>
      <vt:lpstr> Conclusion &amp; Future Scope </vt:lpstr>
      <vt:lpstr>References </vt:lpstr>
      <vt:lpstr>Live Demonstration of Project with screenshots in ppt</vt:lpstr>
      <vt:lpstr>Live Demonstration of Project with screenshots in ppt</vt:lpstr>
      <vt:lpstr>PowerPoint Presentation</vt:lpstr>
      <vt:lpstr>Ask Any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Mani Shankar Jha</cp:lastModifiedBy>
  <cp:revision>15</cp:revision>
  <dcterms:created xsi:type="dcterms:W3CDTF">2017-11-16T17:39:44Z</dcterms:created>
  <dcterms:modified xsi:type="dcterms:W3CDTF">2025-11-17T10:56:21Z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